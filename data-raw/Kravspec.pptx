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DEB9F-B563-4404-AC9A-E04FFF822247}" v="1" dt="2025-11-11T06:43:12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4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an Lindmark" userId="c44c7114339aa430" providerId="LiveId" clId="{B6A7ECD7-B541-4759-9CA0-25F3E43F5582}"/>
    <pc:docChg chg="modSld">
      <pc:chgData name="Goran Lindmark" userId="c44c7114339aa430" providerId="LiveId" clId="{B6A7ECD7-B541-4759-9CA0-25F3E43F5582}" dt="2025-11-11T06:43:40.193" v="53" actId="20577"/>
      <pc:docMkLst>
        <pc:docMk/>
      </pc:docMkLst>
      <pc:sldChg chg="addSp modSp mod">
        <pc:chgData name="Goran Lindmark" userId="c44c7114339aa430" providerId="LiveId" clId="{B6A7ECD7-B541-4759-9CA0-25F3E43F5582}" dt="2025-11-11T06:43:40.193" v="53" actId="20577"/>
        <pc:sldMkLst>
          <pc:docMk/>
          <pc:sldMk cId="3841446553" sldId="258"/>
        </pc:sldMkLst>
        <pc:spChg chg="add mod">
          <ac:chgData name="Goran Lindmark" userId="c44c7114339aa430" providerId="LiveId" clId="{B6A7ECD7-B541-4759-9CA0-25F3E43F5582}" dt="2025-11-11T06:43:40.193" v="53" actId="20577"/>
          <ac:spMkLst>
            <pc:docMk/>
            <pc:sldMk cId="3841446553" sldId="258"/>
            <ac:spMk id="3" creationId="{29AB71AF-005E-78E5-4931-6EA440C0AE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B68B-150F-AF2B-F2F9-37E9EE9C7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11A52-C66B-C35B-45A8-52AA211BB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A896C-CC54-B785-3499-6107C52A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A363A-C320-1289-195D-078653321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DA3F4-3AD7-E71E-33F3-068B4397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1662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34BA-FAEC-3A38-E7AC-B66AC240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412"/>
            <a:ext cx="10515600" cy="6619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11A7-F3C8-908F-1CB4-1B6B5682B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395"/>
            <a:ext cx="10515600" cy="5077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3CE-FAB1-EA19-8040-FAFA77C2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4A457-FED7-6210-47B7-ABDA56CF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C39F7-D895-BA7E-3896-6D8D843F9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8187F1-21A9-4164-0968-8EE6136E88E6}"/>
              </a:ext>
            </a:extLst>
          </p:cNvPr>
          <p:cNvCxnSpPr/>
          <p:nvPr userDrawn="1"/>
        </p:nvCxnSpPr>
        <p:spPr>
          <a:xfrm>
            <a:off x="838200" y="871330"/>
            <a:ext cx="10515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85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8670-51E8-C2C9-B1F8-B73CF86CE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4D6CC-DE3F-F95F-F35B-D39AC310D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8C3BA-0704-4B48-80A6-1A3BCDF18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EBC0B-3E24-A168-9FEE-90C49179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E5734-701F-8573-176F-3BE2599A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270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161F-22E5-E0F8-794D-5947CFDD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D2BF9-3029-35B1-CF72-1B9A605A2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C2D5F-0B9D-AB05-6853-3289BD7D3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4DA08-B824-83EF-740B-B3995FC6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AB64E-8706-55F5-6E3C-C1C4493F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6AB1C-6B41-8F4E-19F4-3D395D99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396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1969-DCB3-A27C-4158-19B98AB1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4C994-E0C5-8E50-0862-6D5CF7BB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56143-85A9-B1FB-5461-79DDBFEBD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96D0D-7AEE-E84B-D9B3-F1B9C0A13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A08BA-F57B-D007-B535-0F3F30323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5AC1A2-5026-DBCD-6C94-F90430FA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C2281-6408-49F9-1BCC-8A797DAA5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59449-45E6-A909-325A-FF539D61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7361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C260-08E0-4F13-65DB-D85AB8C7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AF441B-3B16-51AB-87F1-0827F4087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463A2-795F-7217-931B-73C8433C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98485-3E97-0EA8-BE15-75DF5A55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633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14E98-C2B4-990D-C314-CD4709E62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CA303-45EF-1559-4421-A4F9A255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E1D01-83CE-5884-15A4-63FC4905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4731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7AD4-D16F-7010-0231-534C0A441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A240D-81BC-1AA1-BE58-285C350B4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129DE-BE67-466A-C278-1F70920E0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783F6-AA5D-1121-A497-F730635E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4CEE7-59FA-786B-C123-62BC53C29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099C4-FE44-20E9-4566-024C148D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7618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A1F1-A83C-E1A8-1C3E-D82C039F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ACCED5-E8B2-EA54-1057-D21D6C4DE2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E373D-DCEA-C1E0-7CE3-CA2DD209F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06EA5-6C9E-C626-4097-06E98C64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7E9BA-5E93-C589-1FAD-512FB668E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A2863-BC51-8AC9-6F87-D5DC367D3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86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43C1-728B-940F-8928-C5959E75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EC5AD-5595-3CA3-4EE3-53295B24F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D440D-6359-9142-4C36-EF82282C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9970F-0D28-15CA-A560-B5943902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1D077-31DA-4BF7-CB07-D1B29602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5673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A5815-E226-9C99-EF32-DDFBC3042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E7236-B10D-B713-28F3-05A181F70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58A-1C25-034F-0E0C-7DD42E5B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4FBA8-94E8-0482-183D-B64CBA9C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D2ABE-A97A-792E-935C-CBF43803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898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471415-779D-E1C2-48C0-B29B66018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BDC61-D7CC-B428-456D-87EF45CF6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C95A9-7BE1-E9B5-D8FD-57F758682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F43F5-1E4E-48D0-B327-31826CFD03C4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4F0C4-F4DA-7C1C-C775-6D2285368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92E8B-8473-7E37-45D3-177779770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17077-E6DD-4225-87FF-1E49BDFF05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2823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5611-3CEB-B518-D9DC-444CFFBF5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Lennarts faktureringssystem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82D34-C765-F030-91C3-47F402BF8E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/>
              <a:t>GL</a:t>
            </a:r>
          </a:p>
        </p:txBody>
      </p:sp>
    </p:spTree>
    <p:extLst>
      <p:ext uri="{BB962C8B-B14F-4D97-AF65-F5344CB8AC3E}">
        <p14:creationId xmlns:p14="http://schemas.microsoft.com/office/powerpoint/2010/main" val="3029745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10F9-BB7D-D7C1-D90F-09B1F20A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/>
              <a:t>Scope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F10F1-D7E3-D37A-8194-4F0CD8FA5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395"/>
            <a:ext cx="10515600" cy="5097680"/>
          </a:xfrm>
        </p:spPr>
        <p:txBody>
          <a:bodyPr/>
          <a:lstStyle/>
          <a:p>
            <a:r>
              <a:rPr lang="sv-SE" dirty="0"/>
              <a:t>Detta behöver göras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dirty="0"/>
              <a:t>Ta emot beställning o konfirmera till kunden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dirty="0"/>
              <a:t>Utför bedömning och skriv svar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dirty="0"/>
              <a:t>Fakturering, utmatning av fakturor till </a:t>
            </a:r>
            <a:r>
              <a:rPr lang="sv-SE" dirty="0" err="1"/>
              <a:t>pdf</a:t>
            </a:r>
            <a:endParaRPr lang="sv-SE" dirty="0"/>
          </a:p>
          <a:p>
            <a:pPr marL="914400" lvl="1" indent="-457200">
              <a:buFont typeface="+mj-lt"/>
              <a:buAutoNum type="arabicPeriod"/>
            </a:pPr>
            <a:r>
              <a:rPr lang="sv-SE" dirty="0"/>
              <a:t>Registrera betalinfo</a:t>
            </a:r>
          </a:p>
          <a:p>
            <a:pPr marL="914400" lvl="1" indent="-4572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Vad av detta ska gå in i ett verktyg?</a:t>
            </a:r>
          </a:p>
          <a:p>
            <a:pPr lvl="1"/>
            <a:r>
              <a:rPr lang="sv-SE" dirty="0"/>
              <a:t>Bedömningar hänger ihop med Fakturering</a:t>
            </a:r>
          </a:p>
          <a:p>
            <a:pPr lvl="1"/>
            <a:r>
              <a:rPr lang="sv-SE" dirty="0"/>
              <a:t>Fakturering hänger ihop med </a:t>
            </a:r>
            <a:r>
              <a:rPr lang="sv-SE" dirty="0" err="1"/>
              <a:t>Reg</a:t>
            </a:r>
            <a:r>
              <a:rPr lang="sv-SE" dirty="0"/>
              <a:t> av betalningar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5479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D8BD-BB30-ACEB-98F6-2E3C0007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/>
              <a:t>Användarmenyer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EC6349-BF80-DF94-34A5-0707B351C354}"/>
              </a:ext>
            </a:extLst>
          </p:cNvPr>
          <p:cNvSpPr/>
          <p:nvPr/>
        </p:nvSpPr>
        <p:spPr>
          <a:xfrm>
            <a:off x="650929" y="1849420"/>
            <a:ext cx="2743200" cy="3595607"/>
          </a:xfrm>
          <a:prstGeom prst="roundRect">
            <a:avLst>
              <a:gd name="adj" fmla="val 53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v-SE" dirty="0">
                <a:solidFill>
                  <a:schemeClr val="tx1"/>
                </a:solidFill>
              </a:rPr>
              <a:t>Klinik:</a:t>
            </a:r>
          </a:p>
          <a:p>
            <a:r>
              <a:rPr lang="sv-SE" dirty="0">
                <a:solidFill>
                  <a:schemeClr val="tx1"/>
                </a:solidFill>
              </a:rPr>
              <a:t>Veterinär: </a:t>
            </a:r>
          </a:p>
          <a:p>
            <a:r>
              <a:rPr lang="sv-SE" dirty="0">
                <a:solidFill>
                  <a:schemeClr val="tx1"/>
                </a:solidFill>
              </a:rPr>
              <a:t>Antal bilder:</a:t>
            </a:r>
          </a:p>
          <a:p>
            <a:r>
              <a:rPr lang="sv-SE" dirty="0">
                <a:solidFill>
                  <a:schemeClr val="tx1"/>
                </a:solidFill>
              </a:rPr>
              <a:t>Patient:</a:t>
            </a:r>
          </a:p>
          <a:p>
            <a:r>
              <a:rPr lang="sv-SE" dirty="0">
                <a:solidFill>
                  <a:schemeClr val="tx1"/>
                </a:solidFill>
              </a:rPr>
              <a:t>Djurägare:</a:t>
            </a:r>
          </a:p>
          <a:p>
            <a:endParaRPr lang="sv-SE" dirty="0">
              <a:solidFill>
                <a:schemeClr val="tx1"/>
              </a:solidFill>
            </a:endParaRPr>
          </a:p>
          <a:p>
            <a:endParaRPr lang="sv-SE" dirty="0">
              <a:solidFill>
                <a:schemeClr val="tx1"/>
              </a:solidFill>
            </a:endParaRPr>
          </a:p>
          <a:p>
            <a:r>
              <a:rPr lang="sv-SE" dirty="0">
                <a:solidFill>
                  <a:schemeClr val="tx1"/>
                </a:solidFill>
              </a:rPr>
              <a:t>Process: </a:t>
            </a:r>
          </a:p>
          <a:p>
            <a:r>
              <a:rPr lang="sv-SE" dirty="0">
                <a:solidFill>
                  <a:schemeClr val="tx1"/>
                </a:solidFill>
              </a:rPr>
              <a:t>Registrera beställning</a:t>
            </a:r>
          </a:p>
          <a:p>
            <a:r>
              <a:rPr lang="sv-SE" dirty="0">
                <a:solidFill>
                  <a:schemeClr val="tx1"/>
                </a:solidFill>
              </a:rPr>
              <a:t>Skicka konfirmation </a:t>
            </a:r>
          </a:p>
          <a:p>
            <a:endParaRPr lang="sv-SE" dirty="0">
              <a:solidFill>
                <a:schemeClr val="tx1"/>
              </a:solidFill>
            </a:endParaRPr>
          </a:p>
          <a:p>
            <a:endParaRPr lang="sv-SE" dirty="0"/>
          </a:p>
          <a:p>
            <a:endParaRPr lang="sv-S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AA0EA-C5F8-9A90-A84D-B80425E31CBC}"/>
              </a:ext>
            </a:extLst>
          </p:cNvPr>
          <p:cNvSpPr txBox="1"/>
          <p:nvPr/>
        </p:nvSpPr>
        <p:spPr>
          <a:xfrm>
            <a:off x="838200" y="1480088"/>
            <a:ext cx="1339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 Beställning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4E5B5A-01DD-1499-5E7E-584398C938EB}"/>
              </a:ext>
            </a:extLst>
          </p:cNvPr>
          <p:cNvSpPr/>
          <p:nvPr/>
        </p:nvSpPr>
        <p:spPr>
          <a:xfrm>
            <a:off x="3492285" y="1849420"/>
            <a:ext cx="2743200" cy="3595607"/>
          </a:xfrm>
          <a:prstGeom prst="roundRect">
            <a:avLst>
              <a:gd name="adj" fmla="val 53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v-SE" dirty="0">
                <a:solidFill>
                  <a:schemeClr val="tx1"/>
                </a:solidFill>
              </a:rPr>
              <a:t>Beställning:</a:t>
            </a:r>
          </a:p>
          <a:p>
            <a:r>
              <a:rPr lang="sv-SE" dirty="0">
                <a:solidFill>
                  <a:schemeClr val="tx1"/>
                </a:solidFill>
              </a:rPr>
              <a:t>Bedömningstext:</a:t>
            </a:r>
          </a:p>
          <a:p>
            <a:endParaRPr lang="sv-SE" dirty="0">
              <a:solidFill>
                <a:schemeClr val="tx1"/>
              </a:solidFill>
            </a:endParaRPr>
          </a:p>
          <a:p>
            <a:endParaRPr lang="sv-SE" dirty="0">
              <a:solidFill>
                <a:schemeClr val="tx1"/>
              </a:solidFill>
            </a:endParaRPr>
          </a:p>
          <a:p>
            <a:endParaRPr lang="sv-SE" dirty="0">
              <a:solidFill>
                <a:schemeClr val="tx1"/>
              </a:solidFill>
            </a:endParaRPr>
          </a:p>
          <a:p>
            <a:endParaRPr lang="sv-SE" dirty="0">
              <a:solidFill>
                <a:schemeClr val="tx1"/>
              </a:solidFill>
            </a:endParaRPr>
          </a:p>
          <a:p>
            <a:endParaRPr lang="sv-SE" dirty="0">
              <a:solidFill>
                <a:schemeClr val="tx1"/>
              </a:solidFill>
            </a:endParaRPr>
          </a:p>
          <a:p>
            <a:r>
              <a:rPr lang="sv-SE" dirty="0">
                <a:solidFill>
                  <a:schemeClr val="tx1"/>
                </a:solidFill>
              </a:rPr>
              <a:t>Process:</a:t>
            </a:r>
          </a:p>
          <a:p>
            <a:r>
              <a:rPr lang="sv-SE" dirty="0">
                <a:solidFill>
                  <a:schemeClr val="tx1"/>
                </a:solidFill>
              </a:rPr>
              <a:t>Skriv bedömning</a:t>
            </a:r>
          </a:p>
          <a:p>
            <a:r>
              <a:rPr lang="sv-SE" dirty="0">
                <a:solidFill>
                  <a:schemeClr val="tx1"/>
                </a:solidFill>
              </a:rPr>
              <a:t>Skicka svarsmeddelande</a:t>
            </a:r>
          </a:p>
          <a:p>
            <a:r>
              <a:rPr lang="sv-SE" dirty="0">
                <a:solidFill>
                  <a:schemeClr val="tx1"/>
                </a:solidFill>
              </a:rPr>
              <a:t>  </a:t>
            </a:r>
          </a:p>
          <a:p>
            <a:endParaRPr lang="sv-SE" dirty="0"/>
          </a:p>
          <a:p>
            <a:endParaRPr lang="sv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5BD5D-321E-5889-1757-7A2C3B19E92A}"/>
              </a:ext>
            </a:extLst>
          </p:cNvPr>
          <p:cNvSpPr txBox="1"/>
          <p:nvPr/>
        </p:nvSpPr>
        <p:spPr>
          <a:xfrm>
            <a:off x="3679556" y="1480088"/>
            <a:ext cx="1564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 Bedömningar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BC3CFF-DAB2-0F5C-F115-51F53262EF05}"/>
              </a:ext>
            </a:extLst>
          </p:cNvPr>
          <p:cNvSpPr/>
          <p:nvPr/>
        </p:nvSpPr>
        <p:spPr>
          <a:xfrm>
            <a:off x="6383219" y="1849420"/>
            <a:ext cx="2743200" cy="3595607"/>
          </a:xfrm>
          <a:prstGeom prst="roundRect">
            <a:avLst>
              <a:gd name="adj" fmla="val 53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v-SE" dirty="0">
                <a:solidFill>
                  <a:schemeClr val="tx1"/>
                </a:solidFill>
              </a:rPr>
              <a:t>Beställare: </a:t>
            </a:r>
          </a:p>
          <a:p>
            <a:r>
              <a:rPr lang="sv-SE" dirty="0">
                <a:solidFill>
                  <a:schemeClr val="tx1"/>
                </a:solidFill>
              </a:rPr>
              <a:t>Antal bilder:</a:t>
            </a:r>
          </a:p>
          <a:p>
            <a:endParaRPr lang="sv-SE" dirty="0">
              <a:solidFill>
                <a:schemeClr val="tx1"/>
              </a:solidFill>
            </a:endParaRPr>
          </a:p>
          <a:p>
            <a:endParaRPr lang="sv-SE" dirty="0">
              <a:solidFill>
                <a:schemeClr val="tx1"/>
              </a:solidFill>
            </a:endParaRPr>
          </a:p>
          <a:p>
            <a:endParaRPr lang="sv-SE" dirty="0">
              <a:solidFill>
                <a:schemeClr val="tx1"/>
              </a:solidFill>
            </a:endParaRPr>
          </a:p>
          <a:p>
            <a:r>
              <a:rPr lang="sv-SE" dirty="0">
                <a:solidFill>
                  <a:schemeClr val="tx1"/>
                </a:solidFill>
              </a:rPr>
              <a:t>Process:</a:t>
            </a:r>
          </a:p>
          <a:p>
            <a:r>
              <a:rPr lang="sv-SE" dirty="0">
                <a:solidFill>
                  <a:schemeClr val="tx1"/>
                </a:solidFill>
              </a:rPr>
              <a:t>Välj bedömningar att fakturera</a:t>
            </a:r>
          </a:p>
          <a:p>
            <a:r>
              <a:rPr lang="sv-SE" dirty="0">
                <a:solidFill>
                  <a:schemeClr val="tx1"/>
                </a:solidFill>
              </a:rPr>
              <a:t>Skapa </a:t>
            </a:r>
            <a:r>
              <a:rPr lang="sv-SE" dirty="0" err="1">
                <a:solidFill>
                  <a:schemeClr val="tx1"/>
                </a:solidFill>
              </a:rPr>
              <a:t>pdf</a:t>
            </a:r>
            <a:endParaRPr lang="sv-SE" dirty="0">
              <a:solidFill>
                <a:schemeClr val="tx1"/>
              </a:solidFill>
            </a:endParaRPr>
          </a:p>
          <a:p>
            <a:r>
              <a:rPr lang="sv-SE" dirty="0">
                <a:solidFill>
                  <a:schemeClr val="tx1"/>
                </a:solidFill>
              </a:rPr>
              <a:t>Markera som betalda </a:t>
            </a:r>
          </a:p>
          <a:p>
            <a:endParaRPr lang="sv-SE" dirty="0"/>
          </a:p>
          <a:p>
            <a:endParaRPr lang="sv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DB8E5-EB20-4EA9-14C6-21B9352D07D5}"/>
              </a:ext>
            </a:extLst>
          </p:cNvPr>
          <p:cNvSpPr txBox="1"/>
          <p:nvPr/>
        </p:nvSpPr>
        <p:spPr>
          <a:xfrm>
            <a:off x="6552722" y="1480088"/>
            <a:ext cx="1353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 Fakturering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252026-263E-8CC5-633B-A8687278CE25}"/>
              </a:ext>
            </a:extLst>
          </p:cNvPr>
          <p:cNvSpPr/>
          <p:nvPr/>
        </p:nvSpPr>
        <p:spPr>
          <a:xfrm>
            <a:off x="9238617" y="1849420"/>
            <a:ext cx="2743200" cy="3595607"/>
          </a:xfrm>
          <a:prstGeom prst="roundRect">
            <a:avLst>
              <a:gd name="adj" fmla="val 53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v-SE" dirty="0">
                <a:solidFill>
                  <a:schemeClr val="tx1"/>
                </a:solidFill>
              </a:rPr>
              <a:t>Klinik: </a:t>
            </a:r>
          </a:p>
          <a:p>
            <a:r>
              <a:rPr lang="sv-SE" dirty="0">
                <a:solidFill>
                  <a:schemeClr val="tx1"/>
                </a:solidFill>
              </a:rPr>
              <a:t>Kontakt f fakturering:</a:t>
            </a:r>
          </a:p>
          <a:p>
            <a:r>
              <a:rPr lang="sv-SE" dirty="0">
                <a:solidFill>
                  <a:schemeClr val="tx1"/>
                </a:solidFill>
              </a:rPr>
              <a:t>Email:</a:t>
            </a:r>
          </a:p>
          <a:p>
            <a:endParaRPr lang="sv-SE" dirty="0">
              <a:solidFill>
                <a:schemeClr val="tx1"/>
              </a:solidFill>
            </a:endParaRPr>
          </a:p>
          <a:p>
            <a:endParaRPr lang="sv-SE" dirty="0">
              <a:solidFill>
                <a:schemeClr val="tx1"/>
              </a:solidFill>
            </a:endParaRPr>
          </a:p>
          <a:p>
            <a:r>
              <a:rPr lang="sv-SE" dirty="0">
                <a:solidFill>
                  <a:schemeClr val="tx1"/>
                </a:solidFill>
              </a:rPr>
              <a:t>Process:</a:t>
            </a:r>
          </a:p>
          <a:p>
            <a:r>
              <a:rPr lang="sv-SE" dirty="0">
                <a:solidFill>
                  <a:schemeClr val="tx1"/>
                </a:solidFill>
              </a:rPr>
              <a:t>Lägg till</a:t>
            </a:r>
          </a:p>
          <a:p>
            <a:r>
              <a:rPr lang="sv-SE" dirty="0">
                <a:solidFill>
                  <a:schemeClr val="tx1"/>
                </a:solidFill>
              </a:rPr>
              <a:t>Ändra</a:t>
            </a:r>
          </a:p>
          <a:p>
            <a:r>
              <a:rPr lang="sv-SE" dirty="0">
                <a:solidFill>
                  <a:schemeClr val="tx1"/>
                </a:solidFill>
              </a:rPr>
              <a:t>Ta bort </a:t>
            </a:r>
          </a:p>
          <a:p>
            <a:endParaRPr lang="sv-SE" dirty="0"/>
          </a:p>
          <a:p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F5314C-2D3C-FFFF-A50F-8649DC49E788}"/>
              </a:ext>
            </a:extLst>
          </p:cNvPr>
          <p:cNvSpPr txBox="1"/>
          <p:nvPr/>
        </p:nvSpPr>
        <p:spPr>
          <a:xfrm>
            <a:off x="9425888" y="1480088"/>
            <a:ext cx="1486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 Kundregister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B71AF-005E-78E5-4931-6EA440C0AEE2}"/>
              </a:ext>
            </a:extLst>
          </p:cNvPr>
          <p:cNvSpPr txBox="1"/>
          <p:nvPr/>
        </p:nvSpPr>
        <p:spPr>
          <a:xfrm>
            <a:off x="2681207" y="6059837"/>
            <a:ext cx="3308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Prislista: </a:t>
            </a:r>
            <a:r>
              <a:rPr lang="sv-SE" dirty="0" err="1"/>
              <a:t>adds</a:t>
            </a:r>
            <a:r>
              <a:rPr lang="sv-SE" dirty="0"/>
              <a:t>, </a:t>
            </a:r>
            <a:r>
              <a:rPr lang="sv-SE" dirty="0" err="1"/>
              <a:t>moves</a:t>
            </a:r>
            <a:r>
              <a:rPr lang="sv-SE" dirty="0"/>
              <a:t>, </a:t>
            </a:r>
            <a:r>
              <a:rPr lang="sv-SE" dirty="0" err="1"/>
              <a:t>changes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41446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125</Words>
  <Application>Microsoft Office PowerPoint</Application>
  <PresentationFormat>Widescreen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Lennarts faktureringssystem</vt:lpstr>
      <vt:lpstr>Scope</vt:lpstr>
      <vt:lpstr>Användarmenyer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Goran Lindmark</dc:creator>
  <cp:lastModifiedBy>Goran Lindmark</cp:lastModifiedBy>
  <cp:revision>1</cp:revision>
  <dcterms:created xsi:type="dcterms:W3CDTF">2025-11-10T20:16:22Z</dcterms:created>
  <dcterms:modified xsi:type="dcterms:W3CDTF">2025-11-11T06:43:51Z</dcterms:modified>
</cp:coreProperties>
</file>